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altLang="zh-CN">
                <a:effectLst/>
                <a:latin typeface="Inter ExtraBold" panose="02000903000000020004" charset="0"/>
                <a:cs typeface="Inter ExtraBold" panose="02000903000000020004" charset="0"/>
              </a:rPr>
              <a:t>5.2 CMS level 2</a:t>
            </a:r>
            <a:endParaRPr lang="de-DE" altLang="zh-CN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altLang="zh-CN">
                <a:latin typeface="Inter ExtraLight" panose="02000303000000020004" charset="0"/>
                <a:cs typeface="Inter ExtraLight" panose="02000303000000020004" charset="0"/>
              </a:rPr>
              <a:t>Pepijn te Winkel CSD2-WDV1</a:t>
            </a:r>
            <a:endParaRPr lang="de-DE" altLang="zh-CN">
              <a:latin typeface="Inter ExtraLight" panose="02000303000000020004" charset="0"/>
              <a:cs typeface="Inter ExtraLight" panose="020003030000000200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Inhoud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Wat is de opdracht?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Doel van de website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Custom theme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Custom content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Plugins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Showcase website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Verbeterpunten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Wat is de opdracht?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CMS gebruiken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Onderzoeken en vergelijken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Keuzen maken onderwerp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Doel van de website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Portfolio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Waarom?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Doelgroep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Benodigdheden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Custom </a:t>
            </a:r>
            <a:r>
              <a:rPr lang="de-DE" altLang="en-US">
                <a:effectLst/>
                <a:latin typeface="Calibri" charset="0"/>
              </a:rPr>
              <a:t>theme</a:t>
            </a:r>
            <a:endParaRPr lang="de-DE" altLang="en-US">
              <a:effectLst/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 fontScale="60000"/>
          </a:bodyPr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ptw-dev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assets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│   ├── fonts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│   │   ├── Inter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│   │   ├── Jetbrains mono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│   │   └── Plus jakarta sans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│   └── js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│       └── theme.js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archive-project.pho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footer.php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front-page.php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functions.php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header.php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home.php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index.php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├── single.php</a:t>
            </a:r>
            <a:endParaRPr lang="en-US">
              <a:latin typeface="JetBrains Mono NL" panose="02000009000000000000" charset="0"/>
              <a:cs typeface="JetBrains Mono NL" panose="02000009000000000000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>
                <a:latin typeface="JetBrains Mono NL" panose="02000009000000000000" charset="0"/>
                <a:cs typeface="JetBrains Mono NL" panose="02000009000000000000" charset="0"/>
                <a:sym typeface="+mn-ea"/>
              </a:rPr>
              <a:t>└── single-project.php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  <p:pic>
        <p:nvPicPr>
          <p:cNvPr id="4" name="Picture 3" descr="P.TW __ DEV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6535" y="1722120"/>
            <a:ext cx="7515860" cy="4558665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Custom content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Plugin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Metaboxes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Custom post types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3322955"/>
            <a:ext cx="10401300" cy="2686050"/>
          </a:xfrm>
          <a:prstGeom prst="rect">
            <a:avLst/>
          </a:prstGeom>
          <a:effectLst>
            <a:outerShdw blurRad="2413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Plugins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Portfolio Manager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Loco Translate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PolyLang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Showcase website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0">
                <a:effectLst/>
                <a:latin typeface="Inter ExtraBold" panose="02000903000000020004" charset="0"/>
                <a:cs typeface="Inter ExtraBold" panose="02000903000000020004" charset="0"/>
              </a:rPr>
              <a:t>Verbeterpunten</a:t>
            </a:r>
            <a:endParaRPr lang="de-DE" altLang="en-US" b="0">
              <a:effectLst/>
              <a:latin typeface="Inter ExtraBold" panose="02000903000000020004" charset="0"/>
              <a:cs typeface="Inter ExtraBold" panose="02000903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Inter ExtraLight" panose="02000303000000020004" charset="0"/>
                <a:cs typeface="Inter ExtraLight" panose="02000303000000020004" charset="0"/>
              </a:rPr>
              <a:t>Minder metaboxes</a:t>
            </a:r>
            <a:endParaRPr lang="de-DE" altLang="en-US">
              <a:latin typeface="Inter ExtraLight" panose="02000303000000020004" charset="0"/>
              <a:cs typeface="Inter ExtraLight" panose="020003030000000200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WPS Presentation</Application>
  <PresentationFormat>宽屏</PresentationFormat>
  <Paragraphs>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SimSun</vt:lpstr>
      <vt:lpstr>Calibri</vt:lpstr>
      <vt:lpstr>Inter Black</vt:lpstr>
      <vt:lpstr>Inter Display Medium</vt:lpstr>
      <vt:lpstr>Inter Display ExtraLight</vt:lpstr>
      <vt:lpstr>Inter Display SemiBold</vt:lpstr>
      <vt:lpstr>Inter Display ExtraBold</vt:lpstr>
      <vt:lpstr>Inter ExtraBold</vt:lpstr>
      <vt:lpstr>Inter ExtraLight</vt:lpstr>
      <vt:lpstr>JetBrains Mono Thin</vt:lpstr>
      <vt:lpstr>JetBrains Mono NL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pepi</cp:lastModifiedBy>
  <cp:revision>8</cp:revision>
  <dcterms:created xsi:type="dcterms:W3CDTF">2026-10-28T13:10:32Z</dcterms:created>
  <dcterms:modified xsi:type="dcterms:W3CDTF">2026-10-28T13:10:32Z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1033-11.1.0.11733</vt:lpwstr>
  </property>
  <property fmtid="{D5CDD505-2E9C-101B-9397-08002B2CF9AE}" pid="3" name="ICV">
    <vt:lpwstr/>
  </property>
</Properties>
</file>